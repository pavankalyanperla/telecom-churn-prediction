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Open Sans" panose="020B0606030504020204" pitchFamily="3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844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4546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Telecom Customer Churn Prediction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50318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Machine Learning Project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12123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Presented by: Pavan Kalyan Perla (12205536)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070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855952"/>
            <a:ext cx="3664863" cy="2032754"/>
          </a:xfrm>
          <a:prstGeom prst="roundRect">
            <a:avLst>
              <a:gd name="adj" fmla="val 1674"/>
            </a:avLst>
          </a:prstGeom>
          <a:solidFill>
            <a:srgbClr val="E0E0EC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30827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Churn Impact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3573185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churn significantly reduces telecom profitability.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2855952"/>
            <a:ext cx="3664863" cy="2032754"/>
          </a:xfrm>
          <a:prstGeom prst="roundRect">
            <a:avLst>
              <a:gd name="adj" fmla="val 1674"/>
            </a:avLst>
          </a:prstGeom>
          <a:solidFill>
            <a:srgbClr val="E0E0EC"/>
          </a:solidFill>
          <a:ln/>
        </p:spPr>
      </p:sp>
      <p:sp>
        <p:nvSpPr>
          <p:cNvPr id="8" name="Text 5"/>
          <p:cNvSpPr/>
          <p:nvPr/>
        </p:nvSpPr>
        <p:spPr>
          <a:xfrm>
            <a:off x="4912281" y="30827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Cost of Retention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2281" y="3573185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Retaining customers costs much less than acquiring new ones.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115520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E0E0EC"/>
          </a:solidFill>
          <a:ln/>
        </p:spPr>
      </p:sp>
      <p:sp>
        <p:nvSpPr>
          <p:cNvPr id="11" name="Text 8"/>
          <p:cNvSpPr/>
          <p:nvPr/>
        </p:nvSpPr>
        <p:spPr>
          <a:xfrm>
            <a:off x="1020604" y="53423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Need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0604" y="5832753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 a predictive model using existing customer data.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36090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40984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0E0EC"/>
          </a:solidFill>
          <a:ln/>
        </p:spPr>
      </p:sp>
      <p:sp>
        <p:nvSpPr>
          <p:cNvPr id="5" name="Text 2"/>
          <p:cNvSpPr/>
          <p:nvPr/>
        </p:nvSpPr>
        <p:spPr>
          <a:xfrm>
            <a:off x="1530906" y="54877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Predict Churn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5978128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customers likely to leave the service.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35893" y="540984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0E0EC"/>
          </a:solidFill>
          <a:ln/>
        </p:spPr>
      </p:sp>
      <p:sp>
        <p:nvSpPr>
          <p:cNvPr id="8" name="Text 5"/>
          <p:cNvSpPr/>
          <p:nvPr/>
        </p:nvSpPr>
        <p:spPr>
          <a:xfrm>
            <a:off x="5973008" y="54877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Feature Insight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973008" y="5978128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Determine key factors driving customer churn.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77995" y="540984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0E0EC"/>
          </a:solidFill>
          <a:ln/>
        </p:spPr>
      </p:sp>
      <p:sp>
        <p:nvSpPr>
          <p:cNvPr id="11" name="Text 8"/>
          <p:cNvSpPr/>
          <p:nvPr/>
        </p:nvSpPr>
        <p:spPr>
          <a:xfrm>
            <a:off x="10415111" y="54877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Retention Strategy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415111" y="5978128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Support data-driven decision making to retain customers.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2305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Records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79952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 5,000 customer entries analyzed.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Features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379952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Demographics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332928" y="4822150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Usage Patterns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332928" y="5264348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Financial Information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872067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Target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872067" y="4379952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Binary variable indicating customer churn.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616" y="578287"/>
            <a:ext cx="6512719" cy="656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Preprocessing &amp; EDA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734616" y="1654135"/>
            <a:ext cx="157401" cy="789622"/>
          </a:xfrm>
          <a:prstGeom prst="roundRect">
            <a:avLst>
              <a:gd name="adj" fmla="val 20005"/>
            </a:avLst>
          </a:prstGeom>
          <a:solidFill>
            <a:srgbClr val="E0E0EC"/>
          </a:solidFill>
          <a:ln/>
        </p:spPr>
      </p:sp>
      <p:sp>
        <p:nvSpPr>
          <p:cNvPr id="4" name="Text 2"/>
          <p:cNvSpPr/>
          <p:nvPr/>
        </p:nvSpPr>
        <p:spPr>
          <a:xfrm>
            <a:off x="1206817" y="1654135"/>
            <a:ext cx="2623899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Cleaning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1206817" y="2108002"/>
            <a:ext cx="12688967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Removed duplicates, handled missing values.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049417" y="2653665"/>
            <a:ext cx="157401" cy="789622"/>
          </a:xfrm>
          <a:prstGeom prst="roundRect">
            <a:avLst>
              <a:gd name="adj" fmla="val 20005"/>
            </a:avLst>
          </a:prstGeom>
          <a:solidFill>
            <a:srgbClr val="E0E0EC"/>
          </a:solidFill>
          <a:ln/>
        </p:spPr>
      </p:sp>
      <p:sp>
        <p:nvSpPr>
          <p:cNvPr id="7" name="Text 5"/>
          <p:cNvSpPr/>
          <p:nvPr/>
        </p:nvSpPr>
        <p:spPr>
          <a:xfrm>
            <a:off x="1521619" y="2653665"/>
            <a:ext cx="2623899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Encoding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1521619" y="3107531"/>
            <a:ext cx="12374166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Used LabelEncoder for categorical data.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364337" y="3653195"/>
            <a:ext cx="157401" cy="789622"/>
          </a:xfrm>
          <a:prstGeom prst="roundRect">
            <a:avLst>
              <a:gd name="adj" fmla="val 20005"/>
            </a:avLst>
          </a:prstGeom>
          <a:solidFill>
            <a:srgbClr val="E0E0EC"/>
          </a:solidFill>
          <a:ln/>
        </p:spPr>
      </p:sp>
      <p:sp>
        <p:nvSpPr>
          <p:cNvPr id="10" name="Text 8"/>
          <p:cNvSpPr/>
          <p:nvPr/>
        </p:nvSpPr>
        <p:spPr>
          <a:xfrm>
            <a:off x="1836539" y="3653195"/>
            <a:ext cx="2623899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Scaling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1836539" y="4107061"/>
            <a:ext cx="12059245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Normalized numerical features with MinMaxScaler.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679138" y="4652724"/>
            <a:ext cx="157401" cy="789622"/>
          </a:xfrm>
          <a:prstGeom prst="roundRect">
            <a:avLst>
              <a:gd name="adj" fmla="val 20005"/>
            </a:avLst>
          </a:prstGeom>
          <a:solidFill>
            <a:srgbClr val="E0E0EC"/>
          </a:solidFill>
          <a:ln/>
        </p:spPr>
      </p:sp>
      <p:sp>
        <p:nvSpPr>
          <p:cNvPr id="13" name="Text 11"/>
          <p:cNvSpPr/>
          <p:nvPr/>
        </p:nvSpPr>
        <p:spPr>
          <a:xfrm>
            <a:off x="2151340" y="4652724"/>
            <a:ext cx="2623899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Feature Engineering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2151340" y="5106591"/>
            <a:ext cx="11744444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Created account_tenure from registration dates.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364337" y="5652254"/>
            <a:ext cx="157401" cy="789622"/>
          </a:xfrm>
          <a:prstGeom prst="roundRect">
            <a:avLst>
              <a:gd name="adj" fmla="val 20005"/>
            </a:avLst>
          </a:prstGeom>
          <a:solidFill>
            <a:srgbClr val="E0E0EC"/>
          </a:solidFill>
          <a:ln/>
        </p:spPr>
      </p:sp>
      <p:sp>
        <p:nvSpPr>
          <p:cNvPr id="16" name="Text 14"/>
          <p:cNvSpPr/>
          <p:nvPr/>
        </p:nvSpPr>
        <p:spPr>
          <a:xfrm>
            <a:off x="1836539" y="5652254"/>
            <a:ext cx="2623899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Exploration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1836539" y="6106120"/>
            <a:ext cx="12059245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Visualized churn impact by gender, age, and usage patterns.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049417" y="6651784"/>
            <a:ext cx="157401" cy="789622"/>
          </a:xfrm>
          <a:prstGeom prst="roundRect">
            <a:avLst>
              <a:gd name="adj" fmla="val 20005"/>
            </a:avLst>
          </a:prstGeom>
          <a:solidFill>
            <a:srgbClr val="E0E0EC"/>
          </a:solidFill>
          <a:ln/>
        </p:spPr>
      </p:sp>
      <p:sp>
        <p:nvSpPr>
          <p:cNvPr id="19" name="Text 17"/>
          <p:cNvSpPr/>
          <p:nvPr/>
        </p:nvSpPr>
        <p:spPr>
          <a:xfrm>
            <a:off x="1521619" y="6651784"/>
            <a:ext cx="2623899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Insights</a:t>
            </a:r>
            <a:endParaRPr lang="en-US" sz="2050" dirty="0"/>
          </a:p>
        </p:txBody>
      </p:sp>
      <p:sp>
        <p:nvSpPr>
          <p:cNvPr id="20" name="Text 18"/>
          <p:cNvSpPr/>
          <p:nvPr/>
        </p:nvSpPr>
        <p:spPr>
          <a:xfrm>
            <a:off x="1521619" y="7105650"/>
            <a:ext cx="12374166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Younger users churn more; used correlation matrix for feature selection.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23053"/>
            <a:ext cx="77206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Churn Prediction Techniques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Models Used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79952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Logistic Regression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22150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Decision Tree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64348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K-Nearest Neighbors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332928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Best Performance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32928" y="4379952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Logistic Regression achieved ~86% accuracy.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872067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Evaluation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872067" y="4379952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 validated with confusion matrix and reports.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2286"/>
            <a:ext cx="881193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Key Takeaways and Best Practices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05122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0E0EC"/>
          </a:solidFill>
          <a:ln/>
        </p:spPr>
      </p:sp>
      <p:sp>
        <p:nvSpPr>
          <p:cNvPr id="5" name="Text 2"/>
          <p:cNvSpPr/>
          <p:nvPr/>
        </p:nvSpPr>
        <p:spPr>
          <a:xfrm>
            <a:off x="1530906" y="5129093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Importance of Preprocessing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5973842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 engineering dramatically improves model accuracy.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35893" y="505122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0E0EC"/>
          </a:solidFill>
          <a:ln/>
        </p:spPr>
      </p:sp>
      <p:sp>
        <p:nvSpPr>
          <p:cNvPr id="8" name="Text 5"/>
          <p:cNvSpPr/>
          <p:nvPr/>
        </p:nvSpPr>
        <p:spPr>
          <a:xfrm>
            <a:off x="5973008" y="51290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Model Choice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973008" y="5619512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Logistic Regression balances accuracy and interpretability well.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77995" y="505122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0E0EC"/>
          </a:solidFill>
          <a:ln/>
        </p:spPr>
      </p:sp>
      <p:sp>
        <p:nvSpPr>
          <p:cNvPr id="11" name="Text 8"/>
          <p:cNvSpPr/>
          <p:nvPr/>
        </p:nvSpPr>
        <p:spPr>
          <a:xfrm>
            <a:off x="10415111" y="51290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Class Balance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415111" y="5619512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Used stratified sampling to handle imbalanced classes effectively.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2242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Sample Output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3271361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4065151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Accuracy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80190" y="4555569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86% achieved with Logistic Regression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3493" y="3271361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93493" y="4065151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Confusion Matrix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8893493" y="4555569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Highlights true vs false positives and negatives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06795" y="3271361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06795" y="4065151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Usage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1506795" y="4555569"/>
            <a:ext cx="23298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Predictions can be exported or visualized in dashboards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3413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Challenges and Mitigation Strategies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391853"/>
            <a:ext cx="3664863" cy="1669852"/>
          </a:xfrm>
          <a:prstGeom prst="roundRect">
            <a:avLst>
              <a:gd name="adj" fmla="val 2038"/>
            </a:avLst>
          </a:prstGeom>
          <a:solidFill>
            <a:srgbClr val="E0E0EC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36186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Class Imbalance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4109085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Addressed via stratified train-test splitting.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3391853"/>
            <a:ext cx="3664863" cy="1669852"/>
          </a:xfrm>
          <a:prstGeom prst="roundRect">
            <a:avLst>
              <a:gd name="adj" fmla="val 2038"/>
            </a:avLst>
          </a:prstGeom>
          <a:solidFill>
            <a:srgbClr val="E0E0EC"/>
          </a:solidFill>
          <a:ln/>
        </p:spPr>
      </p:sp>
      <p:sp>
        <p:nvSpPr>
          <p:cNvPr id="8" name="Text 5"/>
          <p:cNvSpPr/>
          <p:nvPr/>
        </p:nvSpPr>
        <p:spPr>
          <a:xfrm>
            <a:off x="10398681" y="36186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Feature Redundancy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98681" y="4109085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Dropped correlated features after rigorous analysis.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288518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E0E0EC"/>
          </a:solidFill>
          <a:ln/>
        </p:spPr>
      </p:sp>
      <p:sp>
        <p:nvSpPr>
          <p:cNvPr id="11" name="Text 8"/>
          <p:cNvSpPr/>
          <p:nvPr/>
        </p:nvSpPr>
        <p:spPr>
          <a:xfrm>
            <a:off x="6507004" y="55153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Overfitting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7004" y="6005751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Used simpler models and robust evaluation techniques.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23053"/>
            <a:ext cx="64748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Conclusion &amp; Next Steps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Outcome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79952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Reliable churn prediction model built and validated.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Business Impact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379952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Insights empower better retention and reduced churn rates.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379952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churn scoring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872067" y="4822150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Deep learning methods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9872067" y="5264348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deployment in production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1520</TotalTime>
  <Words>335</Words>
  <Application>Microsoft Office PowerPoint</Application>
  <PresentationFormat>Custom</PresentationFormat>
  <Paragraphs>88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Open Sans</vt:lpstr>
      <vt:lpstr>Playfair Display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Pavan Kalyan</cp:lastModifiedBy>
  <cp:revision>2</cp:revision>
  <dcterms:created xsi:type="dcterms:W3CDTF">2025-05-03T20:20:26Z</dcterms:created>
  <dcterms:modified xsi:type="dcterms:W3CDTF">2025-11-21T11:21:51Z</dcterms:modified>
</cp:coreProperties>
</file>